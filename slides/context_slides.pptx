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66B9-1EBF-8AF4-A52B-558A97737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56145-A797-0084-760C-14D747B3C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B2800-1BC4-BA2B-C18B-E7F9D26A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8215-9815-DDB3-51F2-D3DE59CB1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AFADE-C5F5-961F-A540-F4065371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4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91168-E09F-BF81-C46E-4E29FBF4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CDDBD-7F0A-BFC0-D243-51A118BB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DBA3A-5A4E-8C9A-AECE-F1EE827FC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91741-BF67-6A4B-853D-337A0807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1139B-0D1E-B5EE-A4FE-A6CF662F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0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13CE-44DE-055A-AB63-704F3C18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653AE-9DE5-2CD1-3431-6F8D0275E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9EC47-8F79-7C8E-1C04-52B14BA5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A98A-F57C-E1D1-2E7A-83DAEF86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567B1-9EC2-E831-F203-777B186C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0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9301-DF6E-34F9-4D63-330D2832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861F7-AC74-7BAB-DCAE-5E43DD6C3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5A879-8643-EEAC-F92B-5B2E6B364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DB74C-0589-4881-BBAA-A858C4AA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FBF66-728A-A624-8739-A2EECD23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59686-F1E2-5B06-1662-8867A0DC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3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AF89-61B2-D40D-B6D1-46EC5B23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D25A9-CFB7-C6D9-31DA-7D3FAFC30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175F1-6DA6-3B75-5002-A4747B445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6C2A7-B709-536F-FF5D-3DAEE0537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1CAE32-FC93-9E64-798B-1E859A9F9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36A6C-651C-CF0A-EADF-0F69CA71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93F7B-B464-CEE3-F9B7-D6C63A292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1B9098-1562-561F-0E89-72774720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4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52DB-E62C-F7E8-584A-C76BD03E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2BC97-29F5-8F0B-A5C0-522A0ECA4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AA84D-0C4F-6F2A-B800-6A9071ED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6B81A-5595-3FEA-0201-520D026E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2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22B841-C067-C3BE-70B4-65D4F4C9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D8AE1D-ABB9-BD37-99F1-F51A339E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147A9-A546-06C1-8628-6AD947CA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7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F7E4-F232-2B2B-FC9C-80849D69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5FD0A-7DE4-97C8-BD44-747F26830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BD82F-28AC-CF6A-5780-930D987E2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18C27-EBEA-A712-125F-A5E8E0DEC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F9C84-808A-DF97-3DEC-72EBCD7A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2A797-B79E-A385-1C43-DEF94D7B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D04C-0E89-8DE6-F966-4DF214087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D39543-3F0D-FDB8-259C-803CA523C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F9891-DB57-40F0-0C2C-16E408703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2A351-709C-6097-C9B7-D741E271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446BE-3611-04D6-4F62-CFBFC9A90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2444B-11B8-CFD1-0596-B5A13D58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9913-CC5C-5FF2-81C2-ED35B140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34440-03BF-5416-EEAD-1BDB58A29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B8F36-A4A9-06DF-1F3C-6A6B2B94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66A01-A583-5CA7-B10C-B92A0322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CB8E-F5CF-F82F-0252-611A13B4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2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56699-7A30-0D88-50FA-1419DB8BB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D8F60-75B8-EFA2-3165-218FE9341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6AFB1-C696-7C34-81CE-9B9E2EE7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F658A-A949-B08E-FA97-58A89F0A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00EC4-2D62-E261-4AFC-4C068F70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4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062693-9D1A-9408-7EE0-26BA8D314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1D3B4-5A21-5759-2D16-CA767EC98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BD470-8C36-5A21-B2C8-EE998AC03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28B81-5F7B-B847-9CB6-72808210819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24F52-EF61-C018-1DA0-9358249C3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D3634-AE8B-6B15-A8DE-463CFC307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1E5F5-69E3-D144-9019-A57AB6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2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4D5B-5FDB-64E8-CDE7-659108C9F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SNR History for Cygnus association based on Gaia DR3 catalogue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FDC51-0DB5-D11A-AAB7-08A17EE30C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74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060C-538F-3673-7AF9-2AEA5713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8BDF-BEBE-42EE-8129-F8291B6EA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YMSC as CR accelerators</a:t>
            </a:r>
          </a:p>
          <a:p>
            <a:r>
              <a:rPr lang="en-US" dirty="0"/>
              <a:t>Current models</a:t>
            </a:r>
          </a:p>
          <a:p>
            <a:r>
              <a:rPr lang="en-US" dirty="0"/>
              <a:t>CR acceleration efficiency and attempts to measure it</a:t>
            </a:r>
          </a:p>
          <a:p>
            <a:r>
              <a:rPr lang="en-US" dirty="0"/>
              <a:t>Problems with current measurements</a:t>
            </a:r>
          </a:p>
          <a:p>
            <a:r>
              <a:rPr lang="en-US" dirty="0"/>
              <a:t>Star by star approach to measure cluster parameters</a:t>
            </a:r>
          </a:p>
          <a:p>
            <a:r>
              <a:rPr lang="en-US" dirty="0"/>
              <a:t>Application to the Cygnus cluster</a:t>
            </a:r>
          </a:p>
          <a:p>
            <a:r>
              <a:rPr lang="en-US" dirty="0"/>
              <a:t>Comparisons with </a:t>
            </a:r>
            <a:r>
              <a:rPr lang="en-US" dirty="0" err="1"/>
              <a:t>availabl</a:t>
            </a:r>
            <a:r>
              <a:rPr lang="en-US" dirty="0"/>
              <a:t> studies</a:t>
            </a:r>
          </a:p>
          <a:p>
            <a:r>
              <a:rPr lang="en-US" dirty="0" err="1"/>
              <a:t>Harer</a:t>
            </a:r>
            <a:r>
              <a:rPr lang="en-US" dirty="0"/>
              <a:t> et al </a:t>
            </a:r>
            <a:r>
              <a:rPr lang="en-US"/>
              <a:t>2025 assumption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87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SNR History for Cygnus association based on Gaia DR3 catalogue</vt:lpstr>
      <vt:lpstr>Context of the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Vadym Voitsekhovskyi</dc:creator>
  <cp:lastModifiedBy>Vadym Voitsekhovskyi</cp:lastModifiedBy>
  <cp:revision>1</cp:revision>
  <dcterms:created xsi:type="dcterms:W3CDTF">2026-07-23T08:20:43Z</dcterms:created>
  <dcterms:modified xsi:type="dcterms:W3CDTF">2026-07-23T08:22:48Z</dcterms:modified>
</cp:coreProperties>
</file>